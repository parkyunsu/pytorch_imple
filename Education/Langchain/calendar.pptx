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2024년 5월 달력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3716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28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743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2743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743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2743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743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